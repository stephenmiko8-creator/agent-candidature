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28588"/>
            <a:ext cx="4572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Créer un SaaS d'IA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4886325"/>
            <a:ext cx="2286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© 2026 - Formation SaaS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Créer un SaaS d'Intelligence Artificielle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</a:rPr>
              <a:t>De l'Idée au Lancement Public : Étude de Cas Pratique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Programme de la 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Fondations &amp; Architecture (React / Git)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Intégration de l'IA (Prompt Engineering)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Génération de Documents &amp; PDF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UX/UI &amp; Modales Complexes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Base de Données &amp; Temps Réel (Supabase)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Authentification &amp; Monétisation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7. Déploiement &amp; Storytelling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8. Idées de SaaS à Lancer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 1 : Fondations &amp; Versioning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Initialisation avec ViteJS (React) pour des performances optimales.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Mise en place d'un Design System "Glassmorphism" avec CSS Vanilla.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Défi Technique : Avoir un rendu premium sans alourdir l'application.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Outils : Git &amp; GitHub (importance des commits sémantiques réguliers).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 2 : Intégration de l'Intelligence Artificielle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 Engineering : Comment dicter des règles strictes à l'IA.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Défi Majeur : Les hallucinations de l'IA et la casse du code JSON.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Solution : Formatage JSON déterministe et interdictions explicites.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Gestion d'État : Lier la donnée asynchrone à React (useState massif).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 3 : Génération de PDF et Documents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Moteur de Templates : HTML/CSS dynamique en fonction des thèmes choisis.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Défi Majeur : La résolution des PDF exportés côté client.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Solution : html2pdf.js avec un "scale" à 2 ou 3.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Gestion stricte du CSS (page-break-inside: avoid) pour les sauts de page.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Modules 4 &amp; 5 : UX Multi-faces &amp; Base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Séparation B2C (Candidat) et B2B (Recruteur) via des menus dédiés.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Défi Layout : Sortir les Modales du flux naturel (z-index 99999).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Hybridation CRM : LocalStorage d'abord, Cloud PostgreSQL ensuite.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Messagerie : Utilisation des Subscriptions WebSockets de Supabase (Temps Réel).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Modules 6 &amp; 7 : Monétisation &amp; Déploiement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Authentification OAuth Hybride (thème dynamique).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Défi Monétisation : Atteindre les marchés émergents.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Solution : Stripe (International) + FedaPay (Mobile Money Afrique).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Interception de webhook/URL et mise à jour des rôles.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 Storytelling comme levier de conversion sur la Landing Page.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Projets d'Application : Que lancer avec cette stack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Générateur de Contenu Auto-Poster (IA Marketing).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Assistant Juridique PME pour lire des contrats PDF (LegalTech).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Créateur de Quiz et Fiches de Révision Automatique (EdTech).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CRM Immobilier pour générer des brochures et annonces (PropTech).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Générateur de Devis "Vocal" pour Artisans.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Horizon 2030 : Les SaaS du Futur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Assistant de Réunion Autonome (il assiste et prend des notes).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Optimiseur d'Empreinte Carbone pour PME (génération PDF ESG).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Coach IA de Santé Prédictive croisé avec les montres connectées.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Générateur d'Espaces 3D Métavers depuis un texte (Three.js).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Détecteur de Fake News B2B (Scores de Vérité).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2026-06-13T23:14:55Z</dcterms:created>
  <dcterms:modified xsi:type="dcterms:W3CDTF">2026-06-13T23:14:55Z</dcterms:modified>
</cp:coreProperties>
</file>